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9B7A-BF63-933E-C72F-23CCFA1F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3AB60-F545-D9D1-AD07-CBB6F0EC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C89C3-C9C6-4AE4-9B0F-FACB20249FB3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099B4-8FF4-9AA6-76B1-0379D63D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99E5F-D74D-0886-F3E5-6A1A7B41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0090F-078F-492B-A9CF-59EC2E054A8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895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64D10-93B9-F405-D0F3-BEDD5148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9AFCF-1BA9-25DB-C359-EBBC6AFFF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1E8A9-6627-12EB-5D2E-45685491A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C89C3-C9C6-4AE4-9B0F-FACB20249FB3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09DC-3BF6-D95F-65D5-66199A86B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EC811-EBB9-0BC4-5FCE-169931E3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0090F-078F-492B-A9CF-59EC2E054A8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448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00F4F6-EA6F-4F4F-3138-73264D2D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EduVision_DV: Higher Education Performance Dashboard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FBA90-E0E1-DA12-8909-C1855D0228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994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2959585-CD54-D284-1C52-0F622706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Problem Statement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7F715-983B-7A0C-0321-CCB11D1DDB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4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0D53FF-7335-161C-B153-EADA370F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Project Objectives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D6143-42BA-0A8C-A9DD-E39FAE2C5E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5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B8AA91-36F8-5113-8B11-D240D66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System Workflow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874A0-2DA0-44B1-4AB8-1CF83DD26A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9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D0A020C-B35C-DE07-DA4F-B67F0AE2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Data Collection, Cleaning and Preparation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D598C-6B85-6A49-7C6C-15B5ED080E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18FE8A-246F-761D-0EB8-3D033A34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Education KPI Engineering</a:t>
            </a:r>
            <a:endParaRPr lang="LID409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53625F-0038-1A75-982F-3AAE2DD770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4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084B018-5F0F-20C5-6653-F1EE1FFC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Four Interactive Tableau Dashboards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0A3C4-910F-CC87-B5B5-6571434641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1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0E53AF-7F44-453A-B59E-432CC5DA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Future Enhancements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B61C31-F4FC-87A0-5C1E-1A178EF61C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0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97BEDD-7B35-AE21-5CFE-0E10E56A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37F50-8FC4-AEA4-835F-7610F57309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4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2FC50FD-FF41-0C44-DD08-65E6E22E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7607FD-AA60-B237-2CAA-A42EA01891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3159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C3ECBD2-90A7-1FA1-D9AA-A2AE5861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0EF8B-98EE-80AD-DD85-1B3ECDFF87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6552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E2B099-288A-5742-019B-243D77F4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DFC0E-BA93-7963-39E6-094C01D854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99829DB-EE4F-FD09-BAE7-73A1EE68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/>
              <a:t>Conclusion</a:t>
            </a:r>
            <a:endParaRPr lang="LID409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230EA-CEFB-F856-F4E4-EC1DD073FA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12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25E47D-D385-EDB5-81AE-C6744C7C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305A3-5C2F-D91B-3F1F-DD54D441AE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4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EduVision_DV: Higher Education Performance Dashboard</vt:lpstr>
      <vt:lpstr>Problem Statement</vt:lpstr>
      <vt:lpstr>Project Objectives</vt:lpstr>
      <vt:lpstr>System Workflow</vt:lpstr>
      <vt:lpstr>Data Collection, Cleaning and Preparation</vt:lpstr>
      <vt:lpstr>Education KPI Engineering</vt:lpstr>
      <vt:lpstr>Four Interactive Tableau Dashboards</vt:lpstr>
      <vt:lpstr>Future Enhancements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Pathipaka [Student-PECS]</dc:creator>
  <cp:lastModifiedBy>Krishna Pathipaka [Student-PECS]</cp:lastModifiedBy>
  <cp:revision>1</cp:revision>
  <dcterms:created xsi:type="dcterms:W3CDTF">2026-09-12T15:25:42Z</dcterms:created>
  <dcterms:modified xsi:type="dcterms:W3CDTF">2026-09-12T15:25:42Z</dcterms:modified>
</cp:coreProperties>
</file>