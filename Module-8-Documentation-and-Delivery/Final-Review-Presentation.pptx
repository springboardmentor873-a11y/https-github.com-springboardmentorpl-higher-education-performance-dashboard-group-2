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5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584709-0234-4F75-BAAF-FBC02F919675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0CA7A7-926D-4404-BEA0-E08C57B33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2187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CA7A7-926D-4404-BEA0-E08C57B336F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400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238BD-CAB3-910D-66D5-DCA88515E8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CEDBF6-ABBC-64BE-9188-86872B1D58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050F99-33E8-EB38-ED29-08DCE2DEC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8E2B-573A-4736-B791-8C3A4853C8D2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8C24F-F5CC-670A-CC42-87FECF4F7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9F6DA-7B3E-9266-F074-BEFD708FF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B2541-37F1-4773-8C02-836901F685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1242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B5D6F-412A-D126-5C2C-93D516C3D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CF75A-A876-0230-0A8B-479B8AC99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2D369-CEED-014E-0DFC-D7A288B5A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8E2B-573A-4736-B791-8C3A4853C8D2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42ED3-2537-83AE-A7A8-1BCD83A95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01C95-9953-9919-1CA8-9801F3679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B2541-37F1-4773-8C02-836901F685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7482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DB05A-E3AE-E77A-D69B-001241642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5788C1-8DBC-70A1-7EB2-31F47430F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7A7D4-B282-F1D6-75CD-9F75FC1D5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8E2B-573A-4736-B791-8C3A4853C8D2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558EF-C9D8-64B0-B1A8-A84ED59E9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8B435-7E02-907E-9A9A-31A029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B2541-37F1-4773-8C02-836901F685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2227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B9DEC-B081-17A9-B7B6-590F7D492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43EC5-75AA-6292-A1A4-0DE74FC9FB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338E34-AB23-37FE-D06E-8E48C2FC4D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155825-F5A4-8427-EC68-E68CC6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8E2B-573A-4736-B791-8C3A4853C8D2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5EDCEB-D7DE-70EA-1757-1C4707C08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F17500-FFD9-0119-5A54-56CDD59F7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B2541-37F1-4773-8C02-836901F685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6809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09476-708C-B933-DA94-41C067D72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6F8570-61A3-CDBE-C8CC-507615093C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DB3099-856A-6750-D272-7B376FA566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3BB017-82A6-5ADE-83DD-4A6F6EF648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46EAC4-2A01-1AED-5EAE-3CED23F45A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E0FCF3-58ED-635A-AC61-7860E9469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8E2B-573A-4736-B791-8C3A4853C8D2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5104A0-C02A-D941-E9E6-C22E30798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D505E9-2C6F-9B0A-8BAE-9C9F72516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B2541-37F1-4773-8C02-836901F685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7518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0BEF6-CF85-BDA5-F99C-06D3566D7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855242-E9C9-702E-DFC6-EBE7FB96E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8E2B-573A-4736-B791-8C3A4853C8D2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C00688-A3A8-B89B-4C01-82A6DFE91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3FEB26-65BE-3D81-F3BD-08BCEA7D1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B2541-37F1-4773-8C02-836901F685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57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862EF9-FF4D-861A-1835-72811761E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8E2B-573A-4736-B791-8C3A4853C8D2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D80363-53D6-1550-E3C2-B5D62FCBB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D0F298-3567-26D7-4714-5B8BE0DF3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B2541-37F1-4773-8C02-836901F685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2918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AB3FB-191D-43C8-D4C1-5CF6010E1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3D31E-3B3B-7621-8BBA-178519D66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51ADC9-5553-33CB-CD02-E0B758CB69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B670C7-3F41-C1D0-8817-10041215B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8E2B-573A-4736-B791-8C3A4853C8D2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FFA563-1EFA-FE8B-37E3-5D865FBC8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BFB9B3-7676-B452-DF6B-F3A8ADBB6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B2541-37F1-4773-8C02-836901F685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069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3CE5F-20BD-4186-79EF-887BB040C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612CCD-5FC8-BA9F-CF2D-1AC347136C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21C725-38A5-1032-F204-1B6374CB57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5339F3-012D-4B3E-A4C5-B1E3CE8D7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8E2B-573A-4736-B791-8C3A4853C8D2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B0189F-CD3C-5371-4004-68B16FA09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672848-DEF8-1476-5001-9B9C3F128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B2541-37F1-4773-8C02-836901F685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583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4A67D-E2D9-745F-7EF7-9D4A462B8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5D54F5-B94C-6EF1-231A-269EFFE8A8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DE091-68B1-E3BE-A382-7066C1E71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8E2B-573A-4736-B791-8C3A4853C8D2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57C925-79A0-CBA0-9E57-7A4A597D7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7483A-DFC3-9EC6-904B-169165768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B2541-37F1-4773-8C02-836901F685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9883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5529DB-C579-E42B-0D58-46F7D3AC4F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F4D553-F06D-0869-46DA-36515A6287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47F14-3490-E497-8632-504EEC938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8E2B-573A-4736-B791-8C3A4853C8D2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9867E-40AB-7CC4-403F-26811BCBE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D54E5A-E9E6-3FCE-37E2-B5CBCAD50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B2541-37F1-4773-8C02-836901F685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5425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420F0C-B69D-AE33-8D4B-3A9CC0856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8D293-A0A7-AF9B-6776-03607DA22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EF8AC-0AA3-3FE6-1F65-3557A8E459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228E2B-573A-4736-B791-8C3A4853C8D2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4E38A-2B47-32E4-8C75-D567B48C0A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6F55B-5476-3014-F443-D2340FBF21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AB2541-37F1-4773-8C02-836901F685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52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ADDBC-577C-CB76-CD08-C804770EB2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D7225E-BE53-0060-9323-EBFDA87D25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F891A8-5AFC-B86F-9A36-225B13519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840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30FE1E-F4E8-0FDC-C8B1-79C31C847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085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4E580-BC34-7115-9407-724E38386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8736E0-1643-0686-CAD1-07C0F2092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433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AB178-312E-032D-18E3-634659488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742BFE-79ED-A41D-272D-164F94CC4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554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C8AAA-56F5-B019-7D90-ED516436A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F69840-4B2E-73EC-AEF3-43687D64A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088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5FAC6-B350-58C8-C358-CC748F8A2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2A116E-68F6-3CDF-ABC3-B989F9A71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660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FD698-B11C-4834-8404-65E5D6231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3A78FC-641F-9FEF-9772-B11F9E3810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1720" b="-1"/>
          <a:stretch>
            <a:fillRect/>
          </a:stretch>
        </p:blipFill>
        <p:spPr>
          <a:xfrm>
            <a:off x="0" y="-648928"/>
            <a:ext cx="12192000" cy="58600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9FAE973-3DD5-74FE-C299-9F50A3346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11098"/>
            <a:ext cx="12192000" cy="213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065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9C615-87B4-B83A-ACEB-3D9691734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9F912D-7F20-E2DD-65CD-469E943A4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31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774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4388E-12CD-13F8-4E6C-CFB5D13BC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59E435-171E-1D59-BA68-14458D7CB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85584"/>
            <a:ext cx="12192000" cy="72291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1C69DD-7DCF-2BA2-211B-D9DCB0255872}"/>
              </a:ext>
            </a:extLst>
          </p:cNvPr>
          <p:cNvSpPr txBox="1"/>
          <p:nvPr/>
        </p:nvSpPr>
        <p:spPr>
          <a:xfrm>
            <a:off x="167148" y="-42566"/>
            <a:ext cx="70595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0070C0"/>
                </a:solidFill>
              </a:rPr>
              <a:t>Dashboards Developed &amp; Outcomes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3DAAD0-698D-AC5B-223E-1876A75C11AF}"/>
              </a:ext>
            </a:extLst>
          </p:cNvPr>
          <p:cNvSpPr txBox="1"/>
          <p:nvPr/>
        </p:nvSpPr>
        <p:spPr>
          <a:xfrm>
            <a:off x="1907459" y="6488668"/>
            <a:ext cx="8534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Global rankings, geographic distribution, and academic reputation at a glance.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B3C818-BBCE-F7C4-F373-47B2DE8EF8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48" y="880764"/>
            <a:ext cx="11808542" cy="5510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5681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6B409-DE47-BED3-8AEB-F3A6DDB89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818474-955D-2A0E-90D1-E0C9D0709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31058"/>
            <a:ext cx="12192000" cy="708905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4E2CCF2-FD1B-9421-5279-075E44EE1127}"/>
              </a:ext>
            </a:extLst>
          </p:cNvPr>
          <p:cNvSpPr txBox="1"/>
          <p:nvPr/>
        </p:nvSpPr>
        <p:spPr>
          <a:xfrm>
            <a:off x="206477" y="-78658"/>
            <a:ext cx="8465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0070C0"/>
                </a:solidFill>
              </a:rPr>
              <a:t>Dashboards Developed &amp; Outcomes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85A469-7A9B-2699-D1F7-B5617BD630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477" y="567673"/>
            <a:ext cx="11779045" cy="56266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3CC129-8EA9-F67B-896D-18BE8F87F608}"/>
              </a:ext>
            </a:extLst>
          </p:cNvPr>
          <p:cNvSpPr txBox="1"/>
          <p:nvPr/>
        </p:nvSpPr>
        <p:spPr>
          <a:xfrm>
            <a:off x="1641987" y="6290327"/>
            <a:ext cx="10550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Publication volume, citation performance, and productivity trends across research areas.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72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3ACDA-2602-B512-1D5A-790C60D13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A9F9E7-5608-B0CA-C50E-D2C7C5D1C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890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7F19EF7-CABA-43A6-654C-FFA67E5BF395}"/>
              </a:ext>
            </a:extLst>
          </p:cNvPr>
          <p:cNvSpPr txBox="1"/>
          <p:nvPr/>
        </p:nvSpPr>
        <p:spPr>
          <a:xfrm>
            <a:off x="157316" y="0"/>
            <a:ext cx="80722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0070C0"/>
                </a:solidFill>
              </a:rPr>
              <a:t>Dashboards Developed &amp; Outcomes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BB406B-1058-129E-B189-75DA646085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640" y="737419"/>
            <a:ext cx="11670890" cy="57027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1C9C2FB-DCC2-3752-A074-FCC4732D6F39}"/>
              </a:ext>
            </a:extLst>
          </p:cNvPr>
          <p:cNvSpPr txBox="1"/>
          <p:nvPr/>
        </p:nvSpPr>
        <p:spPr>
          <a:xfrm>
            <a:off x="3038168" y="6440129"/>
            <a:ext cx="69120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Rankings, global distribution, academic reputation analysis.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57800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5BCF6-9DD8-3B69-17BB-DF92EAD52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190018-33E3-E836-96E6-9C26DEA9D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8905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34073C5-98DD-3CC0-7655-BBB6C0D22797}"/>
              </a:ext>
            </a:extLst>
          </p:cNvPr>
          <p:cNvSpPr txBox="1"/>
          <p:nvPr/>
        </p:nvSpPr>
        <p:spPr>
          <a:xfrm>
            <a:off x="816078" y="1140542"/>
            <a:ext cx="4380271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59EF5A-BE91-2051-D9EF-D224D5539ED2}"/>
              </a:ext>
            </a:extLst>
          </p:cNvPr>
          <p:cNvSpPr txBox="1"/>
          <p:nvPr/>
        </p:nvSpPr>
        <p:spPr>
          <a:xfrm>
            <a:off x="5009534" y="2717320"/>
            <a:ext cx="5048865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2C6475-39F6-281B-EC1F-B7806B3049B2}"/>
              </a:ext>
            </a:extLst>
          </p:cNvPr>
          <p:cNvSpPr txBox="1"/>
          <p:nvPr/>
        </p:nvSpPr>
        <p:spPr>
          <a:xfrm>
            <a:off x="63910" y="0"/>
            <a:ext cx="75462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0070C0"/>
                </a:solidFill>
              </a:rPr>
              <a:t>Dashboards Developed &amp; Outcomes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FD815F-15C4-1F86-88C9-9734615AF3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70" y="668594"/>
            <a:ext cx="11661059" cy="56928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41A9102-E5A7-56BB-03F3-69456730D4FB}"/>
              </a:ext>
            </a:extLst>
          </p:cNvPr>
          <p:cNvSpPr txBox="1"/>
          <p:nvPr/>
        </p:nvSpPr>
        <p:spPr>
          <a:xfrm>
            <a:off x="2831690" y="6402099"/>
            <a:ext cx="53880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Country benchmarking, regional education trends.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9662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85B07-0F1F-48F5-B83B-28A53F7BE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036B100-DD06-495A-D72F-86060F567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837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D6430-0866-8358-EC3F-66233CBE1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8FA390-69EF-C2B7-86D6-37E40C702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2168" cy="39132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EBFA31-24B8-C9CA-51EC-CDD36D6DE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13239"/>
            <a:ext cx="12172336" cy="2944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2027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30D11-B454-2DA3-B8EA-633750287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814E13-DC38-C100-063E-116F1929F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4577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08FA4-8332-F5CA-B9ED-0A419B34F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476814-6716-A371-B91A-2E5C3102A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768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59</Words>
  <Application>Microsoft Office PowerPoint</Application>
  <PresentationFormat>Widescreen</PresentationFormat>
  <Paragraphs>9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Neha Burele</dc:creator>
  <cp:lastModifiedBy>Neha Burele</cp:lastModifiedBy>
  <cp:revision>1</cp:revision>
  <dcterms:created xsi:type="dcterms:W3CDTF">2026-09-17T06:28:08Z</dcterms:created>
  <dcterms:modified xsi:type="dcterms:W3CDTF">2026-09-17T07:24:14Z</dcterms:modified>
</cp:coreProperties>
</file>