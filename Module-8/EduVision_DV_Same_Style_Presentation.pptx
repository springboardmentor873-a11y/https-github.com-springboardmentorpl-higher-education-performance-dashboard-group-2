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41732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864"/>
                </a:solidFill>
              </a:defRPr>
            </a:pPr>
            <a:r>
              <a:t>EduVision_DV</a:t>
            </a:r>
          </a:p>
          <a:p>
            <a:pPr>
              <a:defRPr sz="2400" b="1">
                <a:solidFill>
                  <a:srgbClr val="684A99"/>
                </a:solidFill>
              </a:defRPr>
            </a:pPr>
            <a:r>
              <a:t>HIGHER EDUCATION PERFORMANCE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Technology Stack: EduVision_DV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438912"/>
          </a:xfrm>
          <a:prstGeom prst="rect">
            <a:avLst/>
          </a:prstGeom>
          <a:solidFill>
            <a:srgbClr val="3F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Used for data collection, cleaning, transformation, and KPI engineering.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474720" cy="43891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4447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Pandas &amp;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Used for structured data processing, calculations, and preparation of Tableau-ready datasets.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474720" cy="438912"/>
          </a:xfrm>
          <a:prstGeom prst="rect">
            <a:avLst/>
          </a:prstGeom>
          <a:solidFill>
            <a:srgbClr val="68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8" y="14447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Tableau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9659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Used to build interactive dashboards, filters, comparisons, KPI cards, and navigation.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520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68880" y="3520440"/>
            <a:ext cx="3474720" cy="438912"/>
          </a:xfrm>
          <a:prstGeom prst="rect">
            <a:avLst/>
          </a:prstGeom>
          <a:solidFill>
            <a:srgbClr val="E7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70048" y="35935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QS Rankings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Provides university ranking and performance indicators.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520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520440"/>
            <a:ext cx="3474720" cy="438912"/>
          </a:xfrm>
          <a:prstGeom prst="rect">
            <a:avLst/>
          </a:prstGeom>
          <a:solidFill>
            <a:srgbClr val="3F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07" y="35935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Times Higher Education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Provides complementary world university ranking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Core Features of EduVision_DV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303520" cy="438912"/>
          </a:xfrm>
          <a:prstGeom prst="rect">
            <a:avLst/>
          </a:prstGeom>
          <a:solidFill>
            <a:srgbClr val="3F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University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Compare universities using global ranking score, academic reputation, and institutional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303520" cy="43891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39903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Research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Analyze research impact, productivity, and research-related institutional performance.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1752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5303520" cy="438912"/>
          </a:xfrm>
          <a:prstGeom prst="rect">
            <a:avLst/>
          </a:prstGeom>
          <a:solidFill>
            <a:srgbClr val="68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09067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Student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11879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Study international student percentage, faculty-to-student ratio, and student distribution.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1752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017520"/>
            <a:ext cx="5303520" cy="438912"/>
          </a:xfrm>
          <a:prstGeom prst="rect">
            <a:avLst/>
          </a:prstGeom>
          <a:solidFill>
            <a:srgbClr val="E7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309067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Country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11879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Benchmark countries and regions using education performance and research indicators.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709159"/>
            <a:ext cx="5303520" cy="1267097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29000" y="4709160"/>
            <a:ext cx="5303520" cy="438912"/>
          </a:xfrm>
          <a:prstGeom prst="rect">
            <a:avLst/>
          </a:prstGeom>
          <a:solidFill>
            <a:srgbClr val="3F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0168" y="478231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Interactive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303520"/>
            <a:ext cx="48463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Global filters, navigation controls, KPI cards, and comparative visualizations support exploration.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Challenges in Higher Education Data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3474720" cy="438912"/>
          </a:xfrm>
          <a:prstGeom prst="rect">
            <a:avLst/>
          </a:prstGeom>
          <a:solidFill>
            <a:srgbClr val="68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Complex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University datasets contain many ranking, academic, research, faculty, and international indicators. Different sources can also use different structures and naming conventions.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3474720" cy="438912"/>
          </a:xfrm>
          <a:prstGeom prst="rect">
            <a:avLst/>
          </a:prstGeom>
          <a:solidFill>
            <a:srgbClr val="E7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Duplicate university records, inconsistent names, missing values, and different measurement formats can affect analysis and comparisons.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325880"/>
            <a:ext cx="3474720" cy="43891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Difficult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Raw ranking tables are difficult to interpret directly. Users need clear KPIs and visual comparisons for universities, regions, and countries.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EduVision_DV: Problem and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303520" cy="438912"/>
          </a:xfrm>
          <a:prstGeom prst="rect">
            <a:avLst/>
          </a:prstGeom>
          <a:solidFill>
            <a:srgbClr val="E7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• Complex and large university datasets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• Different ranking indicators and structures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• Duplicate records and inconsistent names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• Difficult manual comparison of universities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• Limited visual understanding of education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303520" cy="43891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39903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• Clean and standardize the data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• Integrate ranking datasets into a common structure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• Calculate meaningful education KPIs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• Build four interactive Tableau dashboards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• Enable university, region, and country comparisons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System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383280" cy="438912"/>
          </a:xfrm>
          <a:prstGeom prst="rect">
            <a:avLst/>
          </a:prstGeom>
          <a:solidFill>
            <a:srgbClr val="3F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0993"/>
            <a:ext cx="292608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rPr dirty="0"/>
              <a:t>QS Rankings + Times Higher Education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rPr dirty="0"/>
              <a:t>University performance indicators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3383280" cy="438912"/>
          </a:xfrm>
          <a:prstGeom prst="rect">
            <a:avLst/>
          </a:prstGeom>
          <a:solidFill>
            <a:srgbClr val="68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Processing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92608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Python, Pandas, NumPy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Cleaning, integration, transformation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1467613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383280" cy="43891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14904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KPI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11680"/>
            <a:ext cx="292608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rPr dirty="0"/>
              <a:t>Global Ranking Score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rPr dirty="0"/>
              <a:t>Research Impact Score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rPr dirty="0"/>
              <a:t>Faculty-to-Student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657599"/>
            <a:ext cx="3442498" cy="1709927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68880" y="3657600"/>
            <a:ext cx="3383280" cy="438912"/>
          </a:xfrm>
          <a:prstGeom prst="rect">
            <a:avLst/>
          </a:prstGeom>
          <a:solidFill>
            <a:srgbClr val="E7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70048" y="373075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Visualization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251960"/>
            <a:ext cx="292608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Tableau-ready dataset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Charts, KPI cards, comparisons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0142" y="3553969"/>
            <a:ext cx="344249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657600"/>
            <a:ext cx="3383280" cy="438912"/>
          </a:xfrm>
          <a:prstGeom prst="rect">
            <a:avLst/>
          </a:prstGeom>
          <a:solidFill>
            <a:srgbClr val="3F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373075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Dashboard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082796"/>
            <a:ext cx="292608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rPr dirty="0"/>
              <a:t>University Overview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rPr dirty="0"/>
              <a:t>Research Analytics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rPr dirty="0"/>
              <a:t>Student Analytics</a:t>
            </a:r>
          </a:p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rPr dirty="0"/>
              <a:t>Country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Education KPI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566160" cy="438912"/>
          </a:xfrm>
          <a:prstGeom prst="rect">
            <a:avLst/>
          </a:prstGeom>
          <a:solidFill>
            <a:srgbClr val="3F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533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Global Ranking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Represents overall university ranking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43891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3533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Research Impact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7451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Represents research-related institutional performance.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566160" cy="438912"/>
          </a:xfrm>
          <a:prstGeom prst="rect">
            <a:avLst/>
          </a:prstGeom>
          <a:solidFill>
            <a:srgbClr val="68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3533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Faculty-to-Student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87451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Provides information about faculty availability compared with students.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6324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063240"/>
            <a:ext cx="3566160" cy="438912"/>
          </a:xfrm>
          <a:prstGeom prst="rect">
            <a:avLst/>
          </a:prstGeom>
          <a:solidFill>
            <a:srgbClr val="E7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136392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International Student Percentage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Represents international student participation.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06324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0" y="3063240"/>
            <a:ext cx="3566160" cy="438912"/>
          </a:xfrm>
          <a:prstGeom prst="rect">
            <a:avLst/>
          </a:prstGeom>
          <a:solidFill>
            <a:srgbClr val="3F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98848" y="3136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Academic Reputation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Represents the academic reputation of a university.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06324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20" y="3063240"/>
            <a:ext cx="3566160" cy="43891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47888" y="3136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Research Productivity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Provides a measure for comparing research productivity.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rPr dirty="0"/>
              <a:t>These KPIs convert complex ranking indicators into measures that are easier to compare and visualize.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Dashboard Integration and User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3474720" cy="438912"/>
          </a:xfrm>
          <a:prstGeom prst="rect">
            <a:avLst/>
          </a:prstGeom>
          <a:solidFill>
            <a:srgbClr val="3F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Global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Users can filter analysis by university, country, or region to focus on the required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3474720" cy="438912"/>
          </a:xfrm>
          <a:prstGeom prst="rect">
            <a:avLst/>
          </a:prstGeom>
          <a:solidFill>
            <a:srgbClr val="68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Navigation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Users can move between University Overview, Research Analytics, Student Analytics, and Country Comparison.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325880"/>
            <a:ext cx="3474720" cy="43891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Interactive Comparisons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KPI cards and charts allow users to compare performance across universities, regions, and countries.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Measurable Outcomes and Positive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3474720" cy="438912"/>
          </a:xfrm>
          <a:prstGeom prst="rect">
            <a:avLst/>
          </a:prstGeom>
          <a:solidFill>
            <a:srgbClr val="3F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Better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Transforms complex university ranking data into clear visual information and meaningful KPIs.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3474720" cy="43891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Faster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Makes it easier to compare universities, research performance, student indicators, and countries.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325880"/>
            <a:ext cx="3474720" cy="438912"/>
          </a:xfrm>
          <a:prstGeom prst="rect">
            <a:avLst/>
          </a:prstGeom>
          <a:solidFill>
            <a:srgbClr val="E7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Provides a structured analytics platform that can support education-related analysis and benchmarking.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5303520" cy="438912"/>
          </a:xfrm>
          <a:prstGeom prst="rect">
            <a:avLst/>
          </a:prstGeom>
          <a:solidFill>
            <a:srgbClr val="3F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0759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Historical Trend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Add year-wise ranking data to analyze changes in university and country performance over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303520" cy="438912"/>
          </a:xfrm>
          <a:prstGeom prst="rect">
            <a:avLst/>
          </a:prstGeom>
          <a:solidFill>
            <a:srgbClr val="68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30759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Predictive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Use machine-learning models to predict future university performance and ranking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5303520" cy="43891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04495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AI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Recommend universities based on user preferences, academic indicators, research performance, and student-related factors.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718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971800"/>
            <a:ext cx="5303520" cy="438912"/>
          </a:xfrm>
          <a:prstGeom prst="rect">
            <a:avLst/>
          </a:prstGeom>
          <a:solidFill>
            <a:srgbClr val="E7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304495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Automated Data Updates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661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t>Automate data collection and dashboard refreshes so ranking information can be updated periodically.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09159"/>
            <a:ext cx="5349240" cy="1201783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709160"/>
            <a:ext cx="5303520" cy="438912"/>
          </a:xfrm>
          <a:prstGeom prst="rect">
            <a:avLst/>
          </a:prstGeom>
          <a:solidFill>
            <a:srgbClr val="3F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478231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Global Education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03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rPr dirty="0"/>
              <a:t>Add geographic visualization for university and country-level education analysis.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5670" y="4645152"/>
            <a:ext cx="5401489" cy="126579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4709160"/>
            <a:ext cx="5303520" cy="438912"/>
          </a:xfrm>
          <a:prstGeom prst="rect">
            <a:avLst/>
          </a:prstGeom>
          <a:solidFill>
            <a:srgbClr val="68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478231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Mobile 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7"/>
                </a:solidFill>
                <a:latin typeface="Aptos"/>
              </a:defRPr>
            </a:pPr>
            <a:r>
              <a:rPr dirty="0"/>
              <a:t>Create a responsive dashboard experience for mobile and tablet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8047" y="1724733"/>
            <a:ext cx="10515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P.HIMABINDHU</a:t>
            </a:r>
            <a:endParaRPr sz="20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1419933"/>
            <a:ext cx="10515600" cy="11490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                                                         TEAM MEMBER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14884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F3864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Slide PowerPoint Template">
            <a:extLst>
              <a:ext uri="{FF2B5EF4-FFF2-40B4-BE49-F238E27FC236}">
                <a16:creationId xmlns:a16="http://schemas.microsoft.com/office/drawing/2014/main" id="{51EAD523-D8DF-41ED-C8C3-366C0A57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87" y="635320"/>
            <a:ext cx="10634450" cy="577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61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671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Krishna Pathipaka</dc:creator>
  <cp:keywords/>
  <dc:description>generated using python-pptx</dc:description>
  <cp:lastModifiedBy>Krishna Pathipaka [Student-PECS]</cp:lastModifiedBy>
  <cp:revision>2</cp:revision>
  <dcterms:created xsi:type="dcterms:W3CDTF">2013-01-27T09:14:16Z</dcterms:created>
  <dcterms:modified xsi:type="dcterms:W3CDTF">2026-09-15T14:37:50Z</dcterms:modified>
  <cp:category/>
</cp:coreProperties>
</file>