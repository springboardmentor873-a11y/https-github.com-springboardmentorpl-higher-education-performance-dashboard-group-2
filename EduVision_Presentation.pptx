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051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2BCA8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B0AFD3">
              <a:alpha val="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34290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Education Performance Analytics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5528" y="4114800"/>
            <a:ext cx="5946916" cy="45720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251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&amp; Business Intelligence  •  Python  ·  Pandas  ·  NumPy  ·  Tableau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Varun Kumar 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Kesineni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EDUVISION IS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scripting language driving the five-stage data pipeline.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194560"/>
            <a:ext cx="685800" cy="685800"/>
          </a:xfrm>
          <a:prstGeom prst="ellipse">
            <a:avLst/>
          </a:prstGeom>
          <a:solidFill>
            <a:srgbClr val="D2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7872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profiling, cleaning, merging, and KPI computation.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44184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18504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BI dashboards, filters, and cross-dashboard actions.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4816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34856" y="2194560"/>
            <a:ext cx="685800" cy="685800"/>
          </a:xfrm>
          <a:prstGeom prst="ellipse">
            <a:avLst/>
          </a:prstGeom>
          <a:solidFill>
            <a:srgbClr val="D2EE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3485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89136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&amp; GitHub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9136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Notebook-based EDA plus version-controlled delivery.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DELIVERABLE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Four-Dashboard Analytics Suite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rankings, academic reputation, and institutional comparison.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7872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47872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impact, productivity, and its relationship to overall ranking.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44184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18504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representation and faculty-to-student ratios.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4816" y="182880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34856" y="2194560"/>
            <a:ext cx="685800" cy="68580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23" name="Text 21"/>
          <p:cNvSpPr/>
          <p:nvPr/>
        </p:nvSpPr>
        <p:spPr>
          <a:xfrm>
            <a:off x="913485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89136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089136" y="3611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benchmarking of universities and performance.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EDUVISION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12752" y="178308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Global Rankings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5603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QS World University Rankings and Times Higher Education datasets into one analytical structure.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603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duplicate, missing, and inconsistent university/country records across sources.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891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777240" y="4645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4663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Education KPIs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166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ranking, research, reputation, and student metrics for consistent comparison.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3891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4645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4663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Interactive BI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516636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navigable Tableau suite for university-, research-, student-, and country-level insight.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Ranking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(QS + THE)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913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030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0" name="Text 8"/>
          <p:cNvSpPr/>
          <p:nvPr/>
        </p:nvSpPr>
        <p:spPr>
          <a:xfrm>
            <a:off x="244602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9651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9389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78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9127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32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Tableau-Ready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88652" y="1965960"/>
            <a:ext cx="201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89820" y="1965960"/>
            <a:ext cx="1696212" cy="1234440"/>
          </a:xfrm>
          <a:prstGeom prst="roundRect">
            <a:avLst>
              <a:gd name="adj" fmla="val 7407"/>
            </a:avLst>
          </a:prstGeom>
          <a:solidFill>
            <a:srgbClr val="2BCA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5540" y="1965960"/>
            <a:ext cx="16047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041648"/>
            <a:ext cx="36576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Five-script pipeline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scripts handle profiling, cleaning, merging, KPI engineering, and EDA visualization.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34256" y="3749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4041648"/>
            <a:ext cx="36576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data-quality fixes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08576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institutions, inconsistent naming, and missing values were identified and resolved, not simulated.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65592" y="374904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39912" y="4041648"/>
            <a:ext cx="36576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33" name="Text 31"/>
          <p:cNvSpPr/>
          <p:nvPr/>
        </p:nvSpPr>
        <p:spPr>
          <a:xfrm>
            <a:off x="8439912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Tableau-ready output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39912" y="46177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dataset feeds directly into a four-dashboard, cross-filtered Tableau workbook.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REAL-WORLD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Quality Challenges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Ranking Datasets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2004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 World University Rankings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 positions, academic reputation, and institutional metadata.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320040" cy="54864"/>
          </a:xfrm>
          <a:prstGeom prst="rect">
            <a:avLst/>
          </a:prstGeom>
          <a:solidFill>
            <a:srgbClr val="2BCA8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Higher Education (THE) Rankings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impact, teaching, and international outlook indicators.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5742432" cy="2011680"/>
          </a:xfrm>
          <a:prstGeom prst="roundRect">
            <a:avLst>
              <a:gd name="adj" fmla="val 5455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05740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514600"/>
            <a:ext cx="5193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and country names differed between QS and THE — resolved through standardized merge keys.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4023360"/>
            <a:ext cx="5742432" cy="2011680"/>
          </a:xfrm>
          <a:prstGeom prst="roundRect">
            <a:avLst>
              <a:gd name="adj" fmla="val 5455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25196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missing values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4709160"/>
            <a:ext cx="5193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scripts surfaced real duplicate institutions and gaps, fixed before KPI engineering, not glossed over.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Covered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9202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17136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Represented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65592" y="19202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21488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48472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Overall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47.66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5349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Global Ranking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4160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17136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17136" y="5349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Top-Ranked University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65592" y="416052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8472" y="43891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348472" y="5349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Faculty-to-Student Ratio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SUITE · LANDING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Top-level KPI bar: top university, countries, universities, avg. score, F&amp;S ratio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buttons into all four analytical dashboards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distribution map and country-level score breakdown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vs. Global Ranking scatter for a first-look correlation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Overview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Universit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University Rankings ranked by overall score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Reputation Heatmap across countries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University Distribution map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Comparison table across key metrics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Analytics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Research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Analysis ranked by top institutions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Productivity Treemap and distribution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vs. Global Ranking correlation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Impact benchmarked by country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Analytics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Student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Students vs. Overall Score relationship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Faculty-to-Student Ratio leaderboard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Diversity bubble map by country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Student Distribution histogram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" y="1179576"/>
            <a:ext cx="8613648" cy="4893183"/>
          </a:xfrm>
          <a:prstGeom prst="roundRect">
            <a:avLst>
              <a:gd name="adj" fmla="val 1121"/>
            </a:avLst>
          </a:prstGeom>
          <a:solidFill>
            <a:srgbClr val="0B0F30"/>
          </a:solidFill>
          <a:ln w="12700">
            <a:solidFill>
              <a:srgbClr val="2BCA81"/>
            </a:solidFill>
            <a:prstDash val="solid"/>
          </a:ln>
        </p:spPr>
      </p:sp>
      <p:pic>
        <p:nvPicPr>
          <p:cNvPr id="5" name="Image 0" descr="assets/Countr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8503920" cy="4783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0" y="12344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26880" y="1691640"/>
            <a:ext cx="2404872" cy="432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Overall Score Comparison and benchmark chart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Count by Country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Performance Map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Overall Score vs. Research Impact scatter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127623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Tableau dashboard from the completed EduVision project.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FOR EDUVISION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Refresh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pipelines to pull new ranking cycles without manual reprocessing.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4256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2377440"/>
            <a:ext cx="640080" cy="64008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54296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8576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Ranking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forecasting of future university ranking movement.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65592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2377440"/>
            <a:ext cx="640080" cy="640080"/>
          </a:xfrm>
          <a:prstGeom prst="ellipse">
            <a:avLst/>
          </a:prstGeom>
          <a:solidFill>
            <a:srgbClr val="2BCA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0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39912" y="32004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Pipelines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9912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processing to the cloud for scale and advanced geographic analytics.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BC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&amp; DOCUMENTATION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8-Module Repository Structure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Cleaning &amp; Transformation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Education KPI Engineering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Dashboard Planning &amp; Prototyping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Dashboard Development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Dashboard Integration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Testing &amp; Validation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D2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Documentation &amp; Delivery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513832" cy="4206240"/>
          </a:xfrm>
          <a:prstGeom prst="roundRect">
            <a:avLst>
              <a:gd name="adj" fmla="val 2609"/>
            </a:avLst>
          </a:prstGeom>
          <a:solidFill>
            <a:srgbClr val="232A5C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Assets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8737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Raw, cleaned, and final KPI datasets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scripts for collection &amp; KPI generation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 for cleaning &amp; transformation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Prototype, development, and final Tableau workbooks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sources, KPI definitions &amp; methodology docs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checklist and testing reports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 &lt;https://github.com/springboardmentor873-a11y/https-github.com-springboardmentorpl-Higher-Education-Performance-Dashboard-Group-2/tree/Varun-Kumar-Kesineni&gt;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2BCA8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577840"/>
            <a:ext cx="2743200" cy="2743200"/>
          </a:xfrm>
          <a:prstGeom prst="ellipse">
            <a:avLst/>
          </a:prstGeom>
          <a:solidFill>
            <a:srgbClr val="B0AFD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Credits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Kumar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Kesineni</a:t>
            </a: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Virtual Internship — Data Analytics &amp; Visualization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377440"/>
            <a:ext cx="5943600" cy="5943600"/>
          </a:xfrm>
          <a:prstGeom prst="ellipse">
            <a:avLst/>
          </a:prstGeom>
          <a:solidFill>
            <a:srgbClr val="2BCA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29260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377440"/>
            <a:ext cx="5943600" cy="5943600"/>
          </a:xfrm>
          <a:prstGeom prst="ellipse">
            <a:avLst/>
          </a:prstGeom>
          <a:solidFill>
            <a:srgbClr val="2BCA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CA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EduVision</a:t>
            </a:r>
            <a:r>
              <a:rPr lang="en-US" sz="1400" dirty="0">
                <a:solidFill>
                  <a:srgbClr val="B0A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Higher Education Performance Analytics Dashboard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848</Words>
  <Application>Microsoft Office PowerPoint</Application>
  <PresentationFormat>Widescreen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VARUN KUMAR KESINENI</cp:lastModifiedBy>
  <cp:revision>2</cp:revision>
  <dcterms:created xsi:type="dcterms:W3CDTF">2026-09-16T07:22:26Z</dcterms:created>
  <dcterms:modified xsi:type="dcterms:W3CDTF">2026-09-16T09:46:51Z</dcterms:modified>
</cp:coreProperties>
</file>