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09728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3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11.png"/>
          <p:cNvPicPr>
            <a:picLocks noChangeAspect="1"/>
          </p:cNvPicPr>
          <p:nvPr/>
        </p:nvPicPr>
        <p:blipFill>
          <a:blip r:embed="rId2"/>
          <a:srcRect b="11925"/>
          <a:stretch>
            <a:fillRect/>
          </a:stretch>
        </p:blipFill>
        <p:spPr>
          <a:xfrm>
            <a:off x="0" y="0"/>
            <a:ext cx="10937001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732C6E-7119-8175-7798-E9D1C024C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0428"/>
            <a:ext cx="10972800" cy="58647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EE05F0-C13D-816B-BAFD-B7606A26A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1958"/>
            <a:ext cx="10972800" cy="58332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91C6B5-927E-411E-53AA-23B4BA9F2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0938"/>
            <a:ext cx="10972800" cy="58542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9B7820-70CA-0DEE-04E4-3580BE4AA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97572"/>
            <a:ext cx="10972800" cy="57176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16.png"/>
          <p:cNvPicPr>
            <a:picLocks noChangeAspect="1"/>
          </p:cNvPicPr>
          <p:nvPr/>
        </p:nvPicPr>
        <p:blipFill>
          <a:blip r:embed="rId2"/>
          <a:srcRect t="27057"/>
          <a:stretch>
            <a:fillRect/>
          </a:stretch>
        </p:blipFill>
        <p:spPr>
          <a:xfrm>
            <a:off x="0" y="0"/>
            <a:ext cx="10972800" cy="73151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17.png"/>
          <p:cNvPicPr>
            <a:picLocks noChangeAspect="1"/>
          </p:cNvPicPr>
          <p:nvPr/>
        </p:nvPicPr>
        <p:blipFill>
          <a:blip r:embed="rId2"/>
          <a:srcRect t="28165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844646-F5BB-2B97-D054-30203943E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19.png"/>
          <p:cNvPicPr>
            <a:picLocks noChangeAspect="1"/>
          </p:cNvPicPr>
          <p:nvPr/>
        </p:nvPicPr>
        <p:blipFill>
          <a:blip r:embed="rId2"/>
          <a:srcRect t="27874" b="6466"/>
          <a:stretch>
            <a:fillRect/>
          </a:stretch>
        </p:blipFill>
        <p:spPr>
          <a:xfrm>
            <a:off x="0" y="0"/>
            <a:ext cx="10972800" cy="73151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20.png"/>
          <p:cNvPicPr>
            <a:picLocks noChangeAspect="1"/>
          </p:cNvPicPr>
          <p:nvPr/>
        </p:nvPicPr>
        <p:blipFill>
          <a:blip r:embed="rId2"/>
          <a:srcRect t="28449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21.png"/>
          <p:cNvPicPr>
            <a:picLocks noChangeAspect="1"/>
          </p:cNvPicPr>
          <p:nvPr/>
        </p:nvPicPr>
        <p:blipFill>
          <a:blip r:embed="rId2"/>
          <a:srcRect t="15086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uvision_slide_22.png"/>
          <p:cNvPicPr>
            <a:picLocks noChangeAspect="1"/>
          </p:cNvPicPr>
          <p:nvPr/>
        </p:nvPicPr>
        <p:blipFill>
          <a:blip r:embed="rId2"/>
          <a:srcRect t="14943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DE66A9-5EE6-1D83-F8D6-9FE5F750B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02" y="0"/>
            <a:ext cx="10979701" cy="73106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Custom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pujitha rachumallu</cp:lastModifiedBy>
  <cp:revision>8</cp:revision>
  <dcterms:created xsi:type="dcterms:W3CDTF">2013-01-27T09:14:16Z</dcterms:created>
  <dcterms:modified xsi:type="dcterms:W3CDTF">2026-09-16T12:50:57Z</dcterms:modified>
  <cp:category/>
</cp:coreProperties>
</file>