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5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transition: Fade. Build order: title → primary content → supporting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73968" cy="0"/>
          </a:xfrm>
          <a:prstGeom prst="line">
            <a:avLst/>
          </a:prstGeom>
          <a:noFill/>
          <a:ln w="8890">
            <a:solidFill>
              <a:srgbClr val="B8C2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30352" y="651052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EDUVISION_DV  |  INFOSYS SPRINGBOARD INTERNSHIP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EDUVISION DV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E8F0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Higher-Education Analytics &amp; Tableau Dashboard Suite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886200" y="2468880"/>
            <a:ext cx="4407408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FD3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Internship Project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Kamalesh Debnath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E4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Infosys Springboard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BFD3E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QS World University Rankings 2026  ×  Times Higher Education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integrated dataset: 1,120 universities  |  93 countries  |  50 fields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61320" y="6108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C1D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Chronology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workflow aligned with the eight project modules in the HEP plan.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1170432"/>
            <a:ext cx="68580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335024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Data Collection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36192" y="1591056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QS + THE datasets collected; performance indicators assembled.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170432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81344" y="1170432"/>
            <a:ext cx="68580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54496" y="1335024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59168" y="12801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Cleaning &amp; Transformation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59168" y="1591056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 removed; university/country names standardized; ranking metrics normalized.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2414016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" y="2414016"/>
            <a:ext cx="68580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2578608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36192" y="25237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KPI Engineering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36192" y="2834640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education KPIs calculated and prepared for Tableau.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2414016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81344" y="2414016"/>
            <a:ext cx="685800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4496" y="2578608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25237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Planning &amp; Prototype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59168" y="2834640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dashboard layouts, filters, navigation and actions defined.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657600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8368" y="3657600"/>
            <a:ext cx="685800" cy="98755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3822192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5–6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36192" y="3767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University + Research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36192" y="4078224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 and Research Analytics dashboards built and validated.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81344" y="3657600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81344" y="3657600"/>
            <a:ext cx="685800" cy="98755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54496" y="3822192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5–6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59168" y="3767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Student + Country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59168" y="4078224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Analytics and Country Comparison integrated with global controls.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4901184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8368" y="4901184"/>
            <a:ext cx="685800" cy="98755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1520" y="5065776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36192" y="50109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Testing &amp; Validation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36192" y="5321808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KPI, ranking, interaction and educational-metric checks performed.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81344" y="4901184"/>
            <a:ext cx="5166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81344" y="4901184"/>
            <a:ext cx="685800" cy="98755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254496" y="5065776"/>
            <a:ext cx="530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7–8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59168" y="50109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Documentation &amp; Delivery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059168" y="5321808"/>
            <a:ext cx="4069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workbook, documentation, QA material and delivery structure completed.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4088" y="6172200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Outcome: a single integrated Tableau workbook rather than separate analytical outputs.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5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5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5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35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5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35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5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Foundation &amp; Integration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moved from two ranking sources to one Tableau-ready analytical structure.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188720"/>
            <a:ext cx="352044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1188720"/>
            <a:ext cx="73152" cy="12984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335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QS World University Rankings 2026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682496"/>
            <a:ext cx="3200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1,501 universities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source columns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352044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73152" cy="1298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9352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 Higher Education data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3282696"/>
            <a:ext cx="3200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16,713 records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2016–2026 coverage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914400" cy="868680"/>
          </a:xfrm>
          <a:prstGeom prst="chevron">
            <a:avLst/>
          </a:prstGeom>
          <a:solidFill>
            <a:srgbClr val="D5DEE7"/>
          </a:solidFill>
          <a:ln w="12700">
            <a:solidFill>
              <a:srgbClr val="D5DE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59552" y="1188720"/>
            <a:ext cx="5532120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59552" y="1188720"/>
            <a:ext cx="73152" cy="2907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769864" y="13350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Cleaning, Standardization &amp; Integration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769864" y="1682496"/>
            <a:ext cx="5212080" cy="2295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Remove duplicate records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Standardize university names and country names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Normalize ranking metrics to a common analytical basis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Integrate matching university records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Create the final Tableau-ready structure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4407408"/>
            <a:ext cx="5074920" cy="932688"/>
          </a:xfrm>
          <a:prstGeom prst="roundRect">
            <a:avLst>
              <a:gd name="adj" fmla="val 490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89320" y="460857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2026 MERGED DATASET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25312" y="49560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E5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1,120 universities  |  93 countries  |  50 fields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4944" y="5833872"/>
            <a:ext cx="106527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deliverables included university_raw_data.csv, data_collection.py, university_cleaned.csv, education_cleaning.ipynb and the final KPI dataset.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engineered indicators converted ranking and institutional measures into decision-support metrics.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536" y="12435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Ranking Score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9536" y="1609344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of normalized QS and THE rank scores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6199632" y="1115568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12435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Impact Score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1609344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35% Citations per Faculty + 45% THE Research Quality + 20% Industry Impact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658368" y="2642616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9536" y="27706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Faculty-to-Student Ratio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9536" y="3136392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/ Students-to-Staff Ratio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6199632" y="2642616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27706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Student Percentage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136392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Students × 100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658368" y="4169664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9536" y="42976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Reputation Score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9536" y="4663440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QS Academic Reputation Score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199632" y="4169664"/>
            <a:ext cx="519379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Productivity Index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4663440"/>
            <a:ext cx="4709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30% Research Quality + 25% Research Environment + 20% Citations per Faculty + 15% International Research Network + 10% Industry Impact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713232" y="58978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principle: combine complementary indicators so the dashboard can move beyond a single rank and support multidimensional comparisons.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Development &amp; Dashboard Integration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workbook connected 52 analytical worksheets through shared controls and calculated logic.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" y="1225296"/>
            <a:ext cx="340156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Worksheets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88366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analytical worksheets feeding four dashboards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4389120" y="122529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89120" y="1225296"/>
            <a:ext cx="3401568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1481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Filters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88366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Year, Region, Country, Focus, Research, Size, Status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8119872" y="122529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19872" y="1225296"/>
            <a:ext cx="340156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02752" y="1481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88366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 selection and user-driven analytical views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658368" y="319125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8368" y="3191256"/>
            <a:ext cx="340156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1248" y="3447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Calculated Fields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384962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calculations, ranking movement and derived measures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4389120" y="319125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89120" y="3191256"/>
            <a:ext cx="3401568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0" y="3447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84962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Navigation, comparisons and interactive selections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8119872" y="3191256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19872" y="3191256"/>
            <a:ext cx="3401568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302752" y="3447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2752" y="3849624"/>
            <a:ext cx="29718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Reset-filter controls for consistent exploration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713232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outcome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77440" y="529437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interconnected dashboards: University Overview → Research Analytics → Student Analytics → Country Comparison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5925312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HEP project plan records successful dashboard integration with navigation and filters functioning correctly.</a:t>
            </a:r>
            <a:endParaRPr lang="en-US" sz="11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Output: University Overview &amp; Research Analytics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completed dashboards present the core institutional, regional and research views used in the project.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5513832" cy="5138928"/>
          </a:xfrm>
          <a:prstGeom prst="roundRect">
            <a:avLst>
              <a:gd name="adj" fmla="val 71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mnt/data/overvi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06424"/>
            <a:ext cx="5422392" cy="5047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6208" y="1060704"/>
            <a:ext cx="5385816" cy="5138928"/>
          </a:xfrm>
          <a:prstGeom prst="roundRect">
            <a:avLst>
              <a:gd name="adj" fmla="val 71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/mnt/data/research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106424"/>
            <a:ext cx="5294376" cy="5047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Output: Student Analytics &amp; Country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composition, internationalization, country benchmarking and rank movement are brought into the same analytical interface.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5513832" cy="5138928"/>
          </a:xfrm>
          <a:prstGeom prst="roundRect">
            <a:avLst>
              <a:gd name="adj" fmla="val 71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mnt/data/studen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06424"/>
            <a:ext cx="5422392" cy="5047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6208" y="1060704"/>
            <a:ext cx="5385816" cy="5138928"/>
          </a:xfrm>
          <a:prstGeom prst="roundRect">
            <a:avLst>
              <a:gd name="adj" fmla="val 71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/mnt/data/country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106424"/>
            <a:ext cx="5294376" cy="5047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Testing, Validation &amp; Project Completion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7 and Module 8 closed the project with validation, documentation and delivery.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507492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" y="127101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validation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67712" y="1252728"/>
            <a:ext cx="3200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six engineered KPI calculations.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58368" y="2194560"/>
            <a:ext cx="507492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32257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67712" y="2304288"/>
            <a:ext cx="3200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normalized ranking and rank-movement calculations.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58368" y="3246120"/>
            <a:ext cx="507492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1248" y="337413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 testing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67712" y="3355848"/>
            <a:ext cx="3200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 filters, parameters, dashboard actions, navigation and reset controls.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58368" y="4297680"/>
            <a:ext cx="5074920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3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42569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Educational metrics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67712" y="4407408"/>
            <a:ext cx="3200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C2B3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Validated the intended analytical measures and dashboard outputs.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053328" y="1143000"/>
            <a:ext cx="5468112" cy="3602736"/>
          </a:xfrm>
          <a:prstGeom prst="roundRect">
            <a:avLst>
              <a:gd name="adj" fmla="val 126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14813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DELIVERABLE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2011680"/>
            <a:ext cx="4553712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EduVision_DV Tableau packaged workbook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integrated dashboards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analytical worksheets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filters, parameters, actions and reset controls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EE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Documented testing and delivery 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5029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status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4974336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45552" y="50520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10652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7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plan records the expected final evaluation as KPI accuracy above 95% and no major dashboard issues; these are project-plan evaluation targets, not independent re-measurements in this presentation.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66573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Infosys Springboard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EduVision_DV | Higher-Education Analytics and Tableau Dashboard</dc:title>
  <dc:subject>EduVision_DV Internship Project</dc:subject>
  <dc:creator>Kamalesh Debnath</dc:creator>
  <cp:lastModifiedBy>kamalesh debnath</cp:lastModifiedBy>
  <cp:revision>2</cp:revision>
  <dcterms:created xsi:type="dcterms:W3CDTF">2026-09-16T12:57:43Z</dcterms:created>
  <dcterms:modified xsi:type="dcterms:W3CDTF">2026-09-16T13:01:45Z</dcterms:modified>
</cp:coreProperties>
</file>